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S1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</c:v>
                </c:pt>
                <c:pt idx="1">
                  <c:v>20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Header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36576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</a:tblGrid>
              <a:tr h="685800">
                <a:tc>
                  <a:txBody>
                    <a:bodyPr/>
                    <a:lstStyle/>
                    <a:p>
                      <a:r>
                        <a:t>H1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0" y="1828800"/>
          <a:ext cx="3657600" cy="1828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