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txBody>
          <a:bodyPr anchor="t">
            <a:normAutofit/>
          </a:bodyPr>
          <a:lstStyle>
            <a:lvl1pPr algn="ctr">
              <a:defRPr sz="3200" b="1">
                <a:solidFill>
                  <a:schemeClr val="tx1"/>
                </a:solidFill>
                <a:latin typeface="Calibri"/>
              </a:defRPr>
            </a:lvl1pPr>
          </a:lstStyle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